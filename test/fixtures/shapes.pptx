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lvl1pPr>
      <a:defRPr sz="1800">
        <a:solidFill>
          <a:schemeClr val="tx1"/>
        </a:solidFill>
        <a:latin typeface="+mn-lt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 bar"/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35000"/>
          </a:xfrm>
        </p:spPr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11277600" cy="5207000"/>
          </a:xfrm>
        </p:spPr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762000" cy="254000"/>
          </a:xfrm>
        </p:spPr>
        <p:txBody>
          <a:bodyPr/>
          <a:lstStyle/>
          <a:p>
            <a:r>
              <a:rPr lang="en-US"/>
              <a:t>‹#›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buNone/>
        <a:defRPr sz="36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5715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2pPr>
      <a:lvl3pPr marL="914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3pPr>
      <a:lvl4pPr marL="12573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4pPr>
      <a:lvl5pPr marL="16002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ile.png"/><Relationship Id="rId3" Type="http://schemas.openxmlformats.org/officeDocument/2006/relationships/image" Target="../media/picture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shapes</a:t>
            </a:r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381000" y="1117600"/>
            <a:ext cx="12192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</a:t>
            </a:r>
            <a:endParaRPr lang="en-US"/>
          </a:p>
        </p:txBody>
      </p:sp>
      <p:sp>
        <p:nvSpPr>
          <p:cNvPr id="4" name="Text box 4"/>
          <p:cNvSpPr txBox="1"/>
          <p:nvPr/>
        </p:nvSpPr>
        <p:spPr>
          <a:xfrm>
            <a:off x="3302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rect</a:t>
            </a:r>
            <a:endParaRPr lang="en-US"/>
          </a:p>
        </p:txBody>
      </p:sp>
      <p:sp>
        <p:nvSpPr>
          <p:cNvPr id="5" name="roundRect 5"/>
          <p:cNvSpPr/>
          <p:nvPr/>
        </p:nvSpPr>
        <p:spPr>
          <a:xfrm>
            <a:off x="1828800" y="1117600"/>
            <a:ext cx="1219200" cy="711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</a:t>
            </a:r>
            <a:endParaRPr lang="en-US"/>
          </a:p>
        </p:txBody>
      </p:sp>
      <p:sp>
        <p:nvSpPr>
          <p:cNvPr id="6" name="Text box 6"/>
          <p:cNvSpPr txBox="1"/>
          <p:nvPr/>
        </p:nvSpPr>
        <p:spPr>
          <a:xfrm>
            <a:off x="17780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roundRect</a:t>
            </a:r>
            <a:endParaRPr lang="en-US"/>
          </a:p>
        </p:txBody>
      </p:sp>
      <p:sp>
        <p:nvSpPr>
          <p:cNvPr id="7" name="ellipse 7"/>
          <p:cNvSpPr/>
          <p:nvPr/>
        </p:nvSpPr>
        <p:spPr>
          <a:xfrm>
            <a:off x="3276600" y="1117600"/>
            <a:ext cx="1219200" cy="7112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</a:t>
            </a:r>
            <a:endParaRPr lang="en-US"/>
          </a:p>
        </p:txBody>
      </p:sp>
      <p:sp>
        <p:nvSpPr>
          <p:cNvPr id="8" name="Text box 8"/>
          <p:cNvSpPr txBox="1"/>
          <p:nvPr/>
        </p:nvSpPr>
        <p:spPr>
          <a:xfrm>
            <a:off x="32258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ellipse</a:t>
            </a:r>
            <a:endParaRPr lang="en-US"/>
          </a:p>
        </p:txBody>
      </p:sp>
      <p:sp>
        <p:nvSpPr>
          <p:cNvPr id="9" name="triangle 9"/>
          <p:cNvSpPr/>
          <p:nvPr/>
        </p:nvSpPr>
        <p:spPr>
          <a:xfrm>
            <a:off x="4724400" y="1117600"/>
            <a:ext cx="1219200" cy="711200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4</a:t>
            </a:r>
            <a:endParaRPr lang="en-US"/>
          </a:p>
        </p:txBody>
      </p:sp>
      <p:sp>
        <p:nvSpPr>
          <p:cNvPr id="10" name="Text box 10"/>
          <p:cNvSpPr txBox="1"/>
          <p:nvPr/>
        </p:nvSpPr>
        <p:spPr>
          <a:xfrm>
            <a:off x="46736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triangle</a:t>
            </a:r>
            <a:endParaRPr lang="en-US"/>
          </a:p>
        </p:txBody>
      </p:sp>
      <p:sp>
        <p:nvSpPr>
          <p:cNvPr id="11" name="rtTriangle 11"/>
          <p:cNvSpPr/>
          <p:nvPr/>
        </p:nvSpPr>
        <p:spPr>
          <a:xfrm>
            <a:off x="6172200" y="1117600"/>
            <a:ext cx="1219200" cy="711200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5</a:t>
            </a:r>
            <a:endParaRPr lang="en-US"/>
          </a:p>
        </p:txBody>
      </p:sp>
      <p:sp>
        <p:nvSpPr>
          <p:cNvPr id="12" name="Text box 12"/>
          <p:cNvSpPr txBox="1"/>
          <p:nvPr/>
        </p:nvSpPr>
        <p:spPr>
          <a:xfrm>
            <a:off x="61214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rtTriangle</a:t>
            </a:r>
            <a:endParaRPr lang="en-US"/>
          </a:p>
        </p:txBody>
      </p:sp>
      <p:sp>
        <p:nvSpPr>
          <p:cNvPr id="13" name="diamond 13"/>
          <p:cNvSpPr/>
          <p:nvPr/>
        </p:nvSpPr>
        <p:spPr>
          <a:xfrm>
            <a:off x="7620000" y="1117600"/>
            <a:ext cx="1219200" cy="711200"/>
          </a:xfrm>
          <a:prstGeom prst="diamon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6</a:t>
            </a:r>
            <a:endParaRPr lang="en-US"/>
          </a:p>
        </p:txBody>
      </p:sp>
      <p:sp>
        <p:nvSpPr>
          <p:cNvPr id="14" name="Text box 14"/>
          <p:cNvSpPr txBox="1"/>
          <p:nvPr/>
        </p:nvSpPr>
        <p:spPr>
          <a:xfrm>
            <a:off x="75692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diamond</a:t>
            </a:r>
            <a:endParaRPr lang="en-US"/>
          </a:p>
        </p:txBody>
      </p:sp>
      <p:sp>
        <p:nvSpPr>
          <p:cNvPr id="15" name="parallelogram 15"/>
          <p:cNvSpPr/>
          <p:nvPr/>
        </p:nvSpPr>
        <p:spPr>
          <a:xfrm>
            <a:off x="9067800" y="1117600"/>
            <a:ext cx="1219200" cy="7112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7</a:t>
            </a:r>
            <a:endParaRPr lang="en-US"/>
          </a:p>
        </p:txBody>
      </p:sp>
      <p:sp>
        <p:nvSpPr>
          <p:cNvPr id="16" name="Text box 16"/>
          <p:cNvSpPr txBox="1"/>
          <p:nvPr/>
        </p:nvSpPr>
        <p:spPr>
          <a:xfrm>
            <a:off x="90170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parallelogram</a:t>
            </a:r>
            <a:endParaRPr lang="en-US"/>
          </a:p>
        </p:txBody>
      </p:sp>
      <p:sp>
        <p:nvSpPr>
          <p:cNvPr id="17" name="trapezoid 17"/>
          <p:cNvSpPr/>
          <p:nvPr/>
        </p:nvSpPr>
        <p:spPr>
          <a:xfrm>
            <a:off x="10515600" y="1117600"/>
            <a:ext cx="1219200" cy="711200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8</a:t>
            </a:r>
            <a:endParaRPr lang="en-US"/>
          </a:p>
        </p:txBody>
      </p:sp>
      <p:sp>
        <p:nvSpPr>
          <p:cNvPr id="18" name="Text box 18"/>
          <p:cNvSpPr txBox="1"/>
          <p:nvPr/>
        </p:nvSpPr>
        <p:spPr>
          <a:xfrm>
            <a:off x="10464800" y="18796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trapezoid</a:t>
            </a:r>
            <a:endParaRPr lang="en-US"/>
          </a:p>
        </p:txBody>
      </p:sp>
      <p:sp>
        <p:nvSpPr>
          <p:cNvPr id="19" name="pentagon 19"/>
          <p:cNvSpPr/>
          <p:nvPr/>
        </p:nvSpPr>
        <p:spPr>
          <a:xfrm>
            <a:off x="381000" y="2235200"/>
            <a:ext cx="1219200" cy="711200"/>
          </a:xfrm>
          <a:prstGeom prst="pen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9</a:t>
            </a:r>
            <a:endParaRPr lang="en-US"/>
          </a:p>
        </p:txBody>
      </p:sp>
      <p:sp>
        <p:nvSpPr>
          <p:cNvPr id="20" name="Text box 20"/>
          <p:cNvSpPr txBox="1"/>
          <p:nvPr/>
        </p:nvSpPr>
        <p:spPr>
          <a:xfrm>
            <a:off x="3302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pentagon</a:t>
            </a:r>
            <a:endParaRPr lang="en-US"/>
          </a:p>
        </p:txBody>
      </p:sp>
      <p:sp>
        <p:nvSpPr>
          <p:cNvPr id="21" name="hexagon 21"/>
          <p:cNvSpPr/>
          <p:nvPr/>
        </p:nvSpPr>
        <p:spPr>
          <a:xfrm>
            <a:off x="1828800" y="2235200"/>
            <a:ext cx="1219200" cy="711200"/>
          </a:xfrm>
          <a:prstGeom prst="hex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10</a:t>
            </a:r>
            <a:endParaRPr lang="en-US"/>
          </a:p>
        </p:txBody>
      </p:sp>
      <p:sp>
        <p:nvSpPr>
          <p:cNvPr id="22" name="Text box 22"/>
          <p:cNvSpPr txBox="1"/>
          <p:nvPr/>
        </p:nvSpPr>
        <p:spPr>
          <a:xfrm>
            <a:off x="17780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hexagon</a:t>
            </a:r>
            <a:endParaRPr lang="en-US"/>
          </a:p>
        </p:txBody>
      </p:sp>
      <p:sp>
        <p:nvSpPr>
          <p:cNvPr id="23" name="octagon 23"/>
          <p:cNvSpPr/>
          <p:nvPr/>
        </p:nvSpPr>
        <p:spPr>
          <a:xfrm>
            <a:off x="3276600" y="2235200"/>
            <a:ext cx="1219200" cy="711200"/>
          </a:xfrm>
          <a:prstGeom prst="oct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11</a:t>
            </a:r>
            <a:endParaRPr lang="en-US"/>
          </a:p>
        </p:txBody>
      </p:sp>
      <p:sp>
        <p:nvSpPr>
          <p:cNvPr id="24" name="Text box 24"/>
          <p:cNvSpPr txBox="1"/>
          <p:nvPr/>
        </p:nvSpPr>
        <p:spPr>
          <a:xfrm>
            <a:off x="32258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octagon</a:t>
            </a:r>
            <a:endParaRPr lang="en-US"/>
          </a:p>
        </p:txBody>
      </p:sp>
      <p:sp>
        <p:nvSpPr>
          <p:cNvPr id="25" name="chevron 25"/>
          <p:cNvSpPr/>
          <p:nvPr/>
        </p:nvSpPr>
        <p:spPr>
          <a:xfrm>
            <a:off x="4724400" y="2235200"/>
            <a:ext cx="1219200" cy="711200"/>
          </a:xfrm>
          <a:prstGeom prst="chevr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12</a:t>
            </a:r>
            <a:endParaRPr lang="en-US"/>
          </a:p>
        </p:txBody>
      </p:sp>
      <p:sp>
        <p:nvSpPr>
          <p:cNvPr id="26" name="Text box 26"/>
          <p:cNvSpPr txBox="1"/>
          <p:nvPr/>
        </p:nvSpPr>
        <p:spPr>
          <a:xfrm>
            <a:off x="46736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chevron</a:t>
            </a:r>
            <a:endParaRPr lang="en-US"/>
          </a:p>
        </p:txBody>
      </p:sp>
      <p:sp>
        <p:nvSpPr>
          <p:cNvPr id="27" name="homePlate 27"/>
          <p:cNvSpPr/>
          <p:nvPr/>
        </p:nvSpPr>
        <p:spPr>
          <a:xfrm>
            <a:off x="6172200" y="2235200"/>
            <a:ext cx="1219200" cy="711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13</a:t>
            </a:r>
            <a:endParaRPr lang="en-US"/>
          </a:p>
        </p:txBody>
      </p:sp>
      <p:sp>
        <p:nvSpPr>
          <p:cNvPr id="28" name="Text box 28"/>
          <p:cNvSpPr txBox="1"/>
          <p:nvPr/>
        </p:nvSpPr>
        <p:spPr>
          <a:xfrm>
            <a:off x="61214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homePlate</a:t>
            </a:r>
            <a:endParaRPr lang="en-US"/>
          </a:p>
        </p:txBody>
      </p:sp>
      <p:sp>
        <p:nvSpPr>
          <p:cNvPr id="29" name="rightArrow 29"/>
          <p:cNvSpPr/>
          <p:nvPr/>
        </p:nvSpPr>
        <p:spPr>
          <a:xfrm>
            <a:off x="7620000" y="2235200"/>
            <a:ext cx="1219200" cy="7112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14</a:t>
            </a:r>
            <a:endParaRPr lang="en-US"/>
          </a:p>
        </p:txBody>
      </p:sp>
      <p:sp>
        <p:nvSpPr>
          <p:cNvPr id="30" name="Text box 30"/>
          <p:cNvSpPr txBox="1"/>
          <p:nvPr/>
        </p:nvSpPr>
        <p:spPr>
          <a:xfrm>
            <a:off x="75692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rightArrow</a:t>
            </a:r>
            <a:endParaRPr lang="en-US"/>
          </a:p>
        </p:txBody>
      </p:sp>
      <p:sp>
        <p:nvSpPr>
          <p:cNvPr id="31" name="leftArrow 31"/>
          <p:cNvSpPr/>
          <p:nvPr/>
        </p:nvSpPr>
        <p:spPr>
          <a:xfrm>
            <a:off x="9067800" y="2235200"/>
            <a:ext cx="1219200" cy="7112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15</a:t>
            </a:r>
            <a:endParaRPr lang="en-US"/>
          </a:p>
        </p:txBody>
      </p:sp>
      <p:sp>
        <p:nvSpPr>
          <p:cNvPr id="32" name="Text box 32"/>
          <p:cNvSpPr txBox="1"/>
          <p:nvPr/>
        </p:nvSpPr>
        <p:spPr>
          <a:xfrm>
            <a:off x="90170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leftArrow</a:t>
            </a:r>
            <a:endParaRPr lang="en-US"/>
          </a:p>
        </p:txBody>
      </p:sp>
      <p:sp>
        <p:nvSpPr>
          <p:cNvPr id="33" name="upArrow 33"/>
          <p:cNvSpPr/>
          <p:nvPr/>
        </p:nvSpPr>
        <p:spPr>
          <a:xfrm>
            <a:off x="10515600" y="2235200"/>
            <a:ext cx="1219200" cy="7112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16</a:t>
            </a:r>
            <a:endParaRPr lang="en-US"/>
          </a:p>
        </p:txBody>
      </p:sp>
      <p:sp>
        <p:nvSpPr>
          <p:cNvPr id="34" name="Text box 34"/>
          <p:cNvSpPr txBox="1"/>
          <p:nvPr/>
        </p:nvSpPr>
        <p:spPr>
          <a:xfrm>
            <a:off x="10464800" y="29972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upArrow</a:t>
            </a:r>
            <a:endParaRPr lang="en-US"/>
          </a:p>
        </p:txBody>
      </p:sp>
      <p:sp>
        <p:nvSpPr>
          <p:cNvPr id="35" name="downArrow 35"/>
          <p:cNvSpPr/>
          <p:nvPr/>
        </p:nvSpPr>
        <p:spPr>
          <a:xfrm>
            <a:off x="381000" y="3352800"/>
            <a:ext cx="1219200" cy="71120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17</a:t>
            </a:r>
            <a:endParaRPr lang="en-US"/>
          </a:p>
        </p:txBody>
      </p:sp>
      <p:sp>
        <p:nvSpPr>
          <p:cNvPr id="36" name="Text box 36"/>
          <p:cNvSpPr txBox="1"/>
          <p:nvPr/>
        </p:nvSpPr>
        <p:spPr>
          <a:xfrm>
            <a:off x="3302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downArrow</a:t>
            </a:r>
            <a:endParaRPr lang="en-US"/>
          </a:p>
        </p:txBody>
      </p:sp>
      <p:sp>
        <p:nvSpPr>
          <p:cNvPr id="37" name="leftRightArrow 37"/>
          <p:cNvSpPr/>
          <p:nvPr/>
        </p:nvSpPr>
        <p:spPr>
          <a:xfrm>
            <a:off x="1828800" y="3352800"/>
            <a:ext cx="1219200" cy="711200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18</a:t>
            </a:r>
            <a:endParaRPr lang="en-US"/>
          </a:p>
        </p:txBody>
      </p:sp>
      <p:sp>
        <p:nvSpPr>
          <p:cNvPr id="38" name="Text box 38"/>
          <p:cNvSpPr txBox="1"/>
          <p:nvPr/>
        </p:nvSpPr>
        <p:spPr>
          <a:xfrm>
            <a:off x="17780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leftRightArrow</a:t>
            </a:r>
            <a:endParaRPr lang="en-US"/>
          </a:p>
        </p:txBody>
      </p:sp>
      <p:sp>
        <p:nvSpPr>
          <p:cNvPr id="39" name="upDownArrow 39"/>
          <p:cNvSpPr/>
          <p:nvPr/>
        </p:nvSpPr>
        <p:spPr>
          <a:xfrm>
            <a:off x="3276600" y="3352800"/>
            <a:ext cx="1219200" cy="7112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19</a:t>
            </a:r>
            <a:endParaRPr lang="en-US"/>
          </a:p>
        </p:txBody>
      </p:sp>
      <p:sp>
        <p:nvSpPr>
          <p:cNvPr id="40" name="Text box 40"/>
          <p:cNvSpPr txBox="1"/>
          <p:nvPr/>
        </p:nvSpPr>
        <p:spPr>
          <a:xfrm>
            <a:off x="32258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upDownArrow</a:t>
            </a:r>
            <a:endParaRPr lang="en-US"/>
          </a:p>
        </p:txBody>
      </p:sp>
      <p:sp>
        <p:nvSpPr>
          <p:cNvPr id="41" name="notchedRightArrow 41"/>
          <p:cNvSpPr/>
          <p:nvPr/>
        </p:nvSpPr>
        <p:spPr>
          <a:xfrm>
            <a:off x="4724400" y="3352800"/>
            <a:ext cx="1219200" cy="711200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20</a:t>
            </a:r>
            <a:endParaRPr lang="en-US"/>
          </a:p>
        </p:txBody>
      </p:sp>
      <p:sp>
        <p:nvSpPr>
          <p:cNvPr id="42" name="Text box 42"/>
          <p:cNvSpPr txBox="1"/>
          <p:nvPr/>
        </p:nvSpPr>
        <p:spPr>
          <a:xfrm>
            <a:off x="46736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notchedRightArrow</a:t>
            </a:r>
            <a:endParaRPr lang="en-US"/>
          </a:p>
        </p:txBody>
      </p:sp>
      <p:sp>
        <p:nvSpPr>
          <p:cNvPr id="43" name="star5 43"/>
          <p:cNvSpPr/>
          <p:nvPr/>
        </p:nvSpPr>
        <p:spPr>
          <a:xfrm>
            <a:off x="6172200" y="3352800"/>
            <a:ext cx="1219200" cy="7112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21</a:t>
            </a:r>
            <a:endParaRPr lang="en-US"/>
          </a:p>
        </p:txBody>
      </p:sp>
      <p:sp>
        <p:nvSpPr>
          <p:cNvPr id="44" name="Text box 44"/>
          <p:cNvSpPr txBox="1"/>
          <p:nvPr/>
        </p:nvSpPr>
        <p:spPr>
          <a:xfrm>
            <a:off x="61214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star5</a:t>
            </a:r>
            <a:endParaRPr lang="en-US"/>
          </a:p>
        </p:txBody>
      </p:sp>
      <p:sp>
        <p:nvSpPr>
          <p:cNvPr id="45" name="star8 45"/>
          <p:cNvSpPr/>
          <p:nvPr/>
        </p:nvSpPr>
        <p:spPr>
          <a:xfrm>
            <a:off x="7620000" y="3352800"/>
            <a:ext cx="1219200" cy="711200"/>
          </a:xfrm>
          <a:prstGeom prst="star8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22</a:t>
            </a:r>
            <a:endParaRPr lang="en-US"/>
          </a:p>
        </p:txBody>
      </p:sp>
      <p:sp>
        <p:nvSpPr>
          <p:cNvPr id="46" name="Text box 46"/>
          <p:cNvSpPr txBox="1"/>
          <p:nvPr/>
        </p:nvSpPr>
        <p:spPr>
          <a:xfrm>
            <a:off x="75692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star8</a:t>
            </a:r>
            <a:endParaRPr lang="en-US"/>
          </a:p>
        </p:txBody>
      </p:sp>
      <p:sp>
        <p:nvSpPr>
          <p:cNvPr id="47" name="plus 47"/>
          <p:cNvSpPr/>
          <p:nvPr/>
        </p:nvSpPr>
        <p:spPr>
          <a:xfrm>
            <a:off x="9067800" y="3352800"/>
            <a:ext cx="1219200" cy="711200"/>
          </a:xfrm>
          <a:prstGeom prst="plu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23</a:t>
            </a:r>
            <a:endParaRPr lang="en-US"/>
          </a:p>
        </p:txBody>
      </p:sp>
      <p:sp>
        <p:nvSpPr>
          <p:cNvPr id="48" name="Text box 48"/>
          <p:cNvSpPr txBox="1"/>
          <p:nvPr/>
        </p:nvSpPr>
        <p:spPr>
          <a:xfrm>
            <a:off x="90170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plus</a:t>
            </a:r>
            <a:endParaRPr lang="en-US"/>
          </a:p>
        </p:txBody>
      </p:sp>
      <p:sp>
        <p:nvSpPr>
          <p:cNvPr id="49" name="donut 49"/>
          <p:cNvSpPr/>
          <p:nvPr/>
        </p:nvSpPr>
        <p:spPr>
          <a:xfrm>
            <a:off x="10515600" y="3352800"/>
            <a:ext cx="1219200" cy="711200"/>
          </a:xfrm>
          <a:prstGeom prst="don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24</a:t>
            </a:r>
            <a:endParaRPr lang="en-US"/>
          </a:p>
        </p:txBody>
      </p:sp>
      <p:sp>
        <p:nvSpPr>
          <p:cNvPr id="50" name="Text box 50"/>
          <p:cNvSpPr txBox="1"/>
          <p:nvPr/>
        </p:nvSpPr>
        <p:spPr>
          <a:xfrm>
            <a:off x="10464800" y="41148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donut</a:t>
            </a:r>
            <a:endParaRPr lang="en-US"/>
          </a:p>
        </p:txBody>
      </p:sp>
      <p:sp>
        <p:nvSpPr>
          <p:cNvPr id="51" name="can 51"/>
          <p:cNvSpPr/>
          <p:nvPr/>
        </p:nvSpPr>
        <p:spPr>
          <a:xfrm>
            <a:off x="381000" y="4470400"/>
            <a:ext cx="1219200" cy="7112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25</a:t>
            </a:r>
            <a:endParaRPr lang="en-US"/>
          </a:p>
        </p:txBody>
      </p:sp>
      <p:sp>
        <p:nvSpPr>
          <p:cNvPr id="52" name="Text box 52"/>
          <p:cNvSpPr txBox="1"/>
          <p:nvPr/>
        </p:nvSpPr>
        <p:spPr>
          <a:xfrm>
            <a:off x="3302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can</a:t>
            </a:r>
            <a:endParaRPr lang="en-US"/>
          </a:p>
        </p:txBody>
      </p:sp>
      <p:sp>
        <p:nvSpPr>
          <p:cNvPr id="53" name="cube 53"/>
          <p:cNvSpPr/>
          <p:nvPr/>
        </p:nvSpPr>
        <p:spPr>
          <a:xfrm>
            <a:off x="1828800" y="4470400"/>
            <a:ext cx="1219200" cy="7112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26</a:t>
            </a:r>
            <a:endParaRPr lang="en-US"/>
          </a:p>
        </p:txBody>
      </p:sp>
      <p:sp>
        <p:nvSpPr>
          <p:cNvPr id="54" name="Text box 54"/>
          <p:cNvSpPr txBox="1"/>
          <p:nvPr/>
        </p:nvSpPr>
        <p:spPr>
          <a:xfrm>
            <a:off x="17780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cube</a:t>
            </a:r>
            <a:endParaRPr lang="en-US"/>
          </a:p>
        </p:txBody>
      </p:sp>
      <p:sp>
        <p:nvSpPr>
          <p:cNvPr id="55" name="frame 55"/>
          <p:cNvSpPr/>
          <p:nvPr/>
        </p:nvSpPr>
        <p:spPr>
          <a:xfrm>
            <a:off x="3276600" y="4470400"/>
            <a:ext cx="1219200" cy="711200"/>
          </a:xfrm>
          <a:prstGeom prst="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27</a:t>
            </a:r>
            <a:endParaRPr lang="en-US"/>
          </a:p>
        </p:txBody>
      </p:sp>
      <p:sp>
        <p:nvSpPr>
          <p:cNvPr id="56" name="Text box 56"/>
          <p:cNvSpPr txBox="1"/>
          <p:nvPr/>
        </p:nvSpPr>
        <p:spPr>
          <a:xfrm>
            <a:off x="32258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frame</a:t>
            </a:r>
            <a:endParaRPr lang="en-US"/>
          </a:p>
        </p:txBody>
      </p:sp>
      <p:sp>
        <p:nvSpPr>
          <p:cNvPr id="57" name="snip1Rect 57"/>
          <p:cNvSpPr/>
          <p:nvPr/>
        </p:nvSpPr>
        <p:spPr>
          <a:xfrm>
            <a:off x="4724400" y="4470400"/>
            <a:ext cx="1219200" cy="711200"/>
          </a:xfrm>
          <a:prstGeom prst="snip1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28</a:t>
            </a:r>
            <a:endParaRPr lang="en-US"/>
          </a:p>
        </p:txBody>
      </p:sp>
      <p:sp>
        <p:nvSpPr>
          <p:cNvPr id="58" name="Text box 58"/>
          <p:cNvSpPr txBox="1"/>
          <p:nvPr/>
        </p:nvSpPr>
        <p:spPr>
          <a:xfrm>
            <a:off x="46736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snip1Rect</a:t>
            </a:r>
            <a:endParaRPr lang="en-US"/>
          </a:p>
        </p:txBody>
      </p:sp>
      <p:sp>
        <p:nvSpPr>
          <p:cNvPr id="59" name="round2SameRect 59"/>
          <p:cNvSpPr/>
          <p:nvPr/>
        </p:nvSpPr>
        <p:spPr>
          <a:xfrm>
            <a:off x="6172200" y="4470400"/>
            <a:ext cx="1219200" cy="711200"/>
          </a:xfrm>
          <a:prstGeom prst="round2Same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29</a:t>
            </a:r>
            <a:endParaRPr lang="en-US"/>
          </a:p>
        </p:txBody>
      </p:sp>
      <p:sp>
        <p:nvSpPr>
          <p:cNvPr id="60" name="Text box 60"/>
          <p:cNvSpPr txBox="1"/>
          <p:nvPr/>
        </p:nvSpPr>
        <p:spPr>
          <a:xfrm>
            <a:off x="61214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round2SameRect</a:t>
            </a:r>
            <a:endParaRPr lang="en-US"/>
          </a:p>
        </p:txBody>
      </p:sp>
      <p:sp>
        <p:nvSpPr>
          <p:cNvPr id="61" name="plaque 61"/>
          <p:cNvSpPr/>
          <p:nvPr/>
        </p:nvSpPr>
        <p:spPr>
          <a:xfrm>
            <a:off x="7620000" y="4470400"/>
            <a:ext cx="1219200" cy="711200"/>
          </a:xfrm>
          <a:prstGeom prst="plaqu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30</a:t>
            </a:r>
            <a:endParaRPr lang="en-US"/>
          </a:p>
        </p:txBody>
      </p:sp>
      <p:sp>
        <p:nvSpPr>
          <p:cNvPr id="62" name="Text box 62"/>
          <p:cNvSpPr txBox="1"/>
          <p:nvPr/>
        </p:nvSpPr>
        <p:spPr>
          <a:xfrm>
            <a:off x="75692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plaque</a:t>
            </a:r>
            <a:endParaRPr lang="en-US"/>
          </a:p>
        </p:txBody>
      </p:sp>
      <p:sp>
        <p:nvSpPr>
          <p:cNvPr id="63" name="flowChartDocument 63"/>
          <p:cNvSpPr/>
          <p:nvPr/>
        </p:nvSpPr>
        <p:spPr>
          <a:xfrm>
            <a:off x="9067800" y="4470400"/>
            <a:ext cx="1219200" cy="7112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31</a:t>
            </a:r>
            <a:endParaRPr lang="en-US"/>
          </a:p>
        </p:txBody>
      </p:sp>
      <p:sp>
        <p:nvSpPr>
          <p:cNvPr id="64" name="Text box 64"/>
          <p:cNvSpPr txBox="1"/>
          <p:nvPr/>
        </p:nvSpPr>
        <p:spPr>
          <a:xfrm>
            <a:off x="90170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flowChartDocument</a:t>
            </a:r>
            <a:endParaRPr lang="en-US"/>
          </a:p>
        </p:txBody>
      </p:sp>
      <p:sp>
        <p:nvSpPr>
          <p:cNvPr id="65" name="flowChartTerminator 65"/>
          <p:cNvSpPr/>
          <p:nvPr/>
        </p:nvSpPr>
        <p:spPr>
          <a:xfrm>
            <a:off x="10515600" y="4470400"/>
            <a:ext cx="1219200" cy="711200"/>
          </a:xfrm>
          <a:prstGeom prst="flowChartTermina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32</a:t>
            </a:r>
            <a:endParaRPr lang="en-US"/>
          </a:p>
        </p:txBody>
      </p:sp>
      <p:sp>
        <p:nvSpPr>
          <p:cNvPr id="66" name="Text box 66"/>
          <p:cNvSpPr txBox="1"/>
          <p:nvPr/>
        </p:nvSpPr>
        <p:spPr>
          <a:xfrm>
            <a:off x="10464800" y="52324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flowChartTerminator</a:t>
            </a:r>
            <a:endParaRPr lang="en-US"/>
          </a:p>
        </p:txBody>
      </p:sp>
      <p:sp>
        <p:nvSpPr>
          <p:cNvPr id="67" name="flowChartDecision 67"/>
          <p:cNvSpPr/>
          <p:nvPr/>
        </p:nvSpPr>
        <p:spPr>
          <a:xfrm>
            <a:off x="381000" y="5588000"/>
            <a:ext cx="1219200" cy="711200"/>
          </a:xfrm>
          <a:prstGeom prst="flowChartDecisi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33</a:t>
            </a:r>
            <a:endParaRPr lang="en-US"/>
          </a:p>
        </p:txBody>
      </p:sp>
      <p:sp>
        <p:nvSpPr>
          <p:cNvPr id="68" name="Text box 68"/>
          <p:cNvSpPr txBox="1"/>
          <p:nvPr/>
        </p:nvSpPr>
        <p:spPr>
          <a:xfrm>
            <a:off x="3302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flowChartDecision</a:t>
            </a:r>
            <a:endParaRPr lang="en-US"/>
          </a:p>
        </p:txBody>
      </p:sp>
      <p:sp>
        <p:nvSpPr>
          <p:cNvPr id="69" name="flowChartPredefinedProcess 69"/>
          <p:cNvSpPr/>
          <p:nvPr/>
        </p:nvSpPr>
        <p:spPr>
          <a:xfrm>
            <a:off x="1828800" y="5588000"/>
            <a:ext cx="1219200" cy="711200"/>
          </a:xfrm>
          <a:prstGeom prst="flowChartPredefined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34</a:t>
            </a:r>
            <a:endParaRPr lang="en-US"/>
          </a:p>
        </p:txBody>
      </p:sp>
      <p:sp>
        <p:nvSpPr>
          <p:cNvPr id="70" name="Text box 70"/>
          <p:cNvSpPr txBox="1"/>
          <p:nvPr/>
        </p:nvSpPr>
        <p:spPr>
          <a:xfrm>
            <a:off x="17780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flowChartPredefinedProcess</a:t>
            </a:r>
            <a:endParaRPr lang="en-US"/>
          </a:p>
        </p:txBody>
      </p:sp>
      <p:sp>
        <p:nvSpPr>
          <p:cNvPr id="71" name="wedgeRectCallout 71"/>
          <p:cNvSpPr/>
          <p:nvPr/>
        </p:nvSpPr>
        <p:spPr>
          <a:xfrm>
            <a:off x="3276600" y="5588000"/>
            <a:ext cx="1219200" cy="711200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35</a:t>
            </a:r>
            <a:endParaRPr lang="en-US"/>
          </a:p>
        </p:txBody>
      </p:sp>
      <p:sp>
        <p:nvSpPr>
          <p:cNvPr id="72" name="Text box 72"/>
          <p:cNvSpPr txBox="1"/>
          <p:nvPr/>
        </p:nvSpPr>
        <p:spPr>
          <a:xfrm>
            <a:off x="32258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wedgeRectCallout</a:t>
            </a:r>
            <a:endParaRPr lang="en-US"/>
          </a:p>
        </p:txBody>
      </p:sp>
      <p:sp>
        <p:nvSpPr>
          <p:cNvPr id="73" name="wedgeRoundRectCallout 73"/>
          <p:cNvSpPr/>
          <p:nvPr/>
        </p:nvSpPr>
        <p:spPr>
          <a:xfrm>
            <a:off x="4724400" y="5588000"/>
            <a:ext cx="1219200" cy="711200"/>
          </a:xfrm>
          <a:prstGeom prst="wedgeRoundRectCallo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36</a:t>
            </a:r>
            <a:endParaRPr lang="en-US"/>
          </a:p>
        </p:txBody>
      </p:sp>
      <p:sp>
        <p:nvSpPr>
          <p:cNvPr id="74" name="Text box 74"/>
          <p:cNvSpPr txBox="1"/>
          <p:nvPr/>
        </p:nvSpPr>
        <p:spPr>
          <a:xfrm>
            <a:off x="46736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wedgeRoundRectCallout</a:t>
            </a:r>
            <a:endParaRPr lang="en-US"/>
          </a:p>
        </p:txBody>
      </p:sp>
      <p:sp>
        <p:nvSpPr>
          <p:cNvPr id="75" name="heart 75"/>
          <p:cNvSpPr/>
          <p:nvPr/>
        </p:nvSpPr>
        <p:spPr>
          <a:xfrm>
            <a:off x="6172200" y="5588000"/>
            <a:ext cx="1219200" cy="7112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37</a:t>
            </a:r>
            <a:endParaRPr lang="en-US"/>
          </a:p>
        </p:txBody>
      </p:sp>
      <p:sp>
        <p:nvSpPr>
          <p:cNvPr id="76" name="Text box 76"/>
          <p:cNvSpPr txBox="1"/>
          <p:nvPr/>
        </p:nvSpPr>
        <p:spPr>
          <a:xfrm>
            <a:off x="61214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heart</a:t>
            </a:r>
            <a:endParaRPr lang="en-US"/>
          </a:p>
        </p:txBody>
      </p:sp>
      <p:sp>
        <p:nvSpPr>
          <p:cNvPr id="77" name="lightningBolt 77"/>
          <p:cNvSpPr/>
          <p:nvPr/>
        </p:nvSpPr>
        <p:spPr>
          <a:xfrm>
            <a:off x="7620000" y="5588000"/>
            <a:ext cx="1219200" cy="711200"/>
          </a:xfrm>
          <a:prstGeom prst="lightningBol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38</a:t>
            </a:r>
            <a:endParaRPr lang="en-US"/>
          </a:p>
        </p:txBody>
      </p:sp>
      <p:sp>
        <p:nvSpPr>
          <p:cNvPr id="78" name="Text box 78"/>
          <p:cNvSpPr txBox="1"/>
          <p:nvPr/>
        </p:nvSpPr>
        <p:spPr>
          <a:xfrm>
            <a:off x="75692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lightningBolt</a:t>
            </a:r>
            <a:endParaRPr lang="en-US"/>
          </a:p>
        </p:txBody>
      </p:sp>
      <p:sp>
        <p:nvSpPr>
          <p:cNvPr id="79" name="pie 79"/>
          <p:cNvSpPr/>
          <p:nvPr/>
        </p:nvSpPr>
        <p:spPr>
          <a:xfrm>
            <a:off x="9067800" y="5588000"/>
            <a:ext cx="1219200" cy="711200"/>
          </a:xfrm>
          <a:prstGeom prst="pi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39</a:t>
            </a:r>
            <a:endParaRPr lang="en-US"/>
          </a:p>
        </p:txBody>
      </p:sp>
      <p:sp>
        <p:nvSpPr>
          <p:cNvPr id="80" name="Text box 80"/>
          <p:cNvSpPr txBox="1"/>
          <p:nvPr/>
        </p:nvSpPr>
        <p:spPr>
          <a:xfrm>
            <a:off x="90170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pie</a:t>
            </a:r>
            <a:endParaRPr lang="en-US"/>
          </a:p>
        </p:txBody>
      </p:sp>
      <p:sp>
        <p:nvSpPr>
          <p:cNvPr id="81" name="blockArc 81"/>
          <p:cNvSpPr/>
          <p:nvPr/>
        </p:nvSpPr>
        <p:spPr>
          <a:xfrm>
            <a:off x="10515600" y="5588000"/>
            <a:ext cx="1219200" cy="711200"/>
          </a:xfrm>
          <a:prstGeom prst="blockArc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100" b="1"/>
              <a:t>40</a:t>
            </a:r>
            <a:endParaRPr lang="en-US"/>
          </a:p>
        </p:txBody>
      </p:sp>
      <p:sp>
        <p:nvSpPr>
          <p:cNvPr id="82" name="Text box 82"/>
          <p:cNvSpPr txBox="1"/>
          <p:nvPr/>
        </p:nvSpPr>
        <p:spPr>
          <a:xfrm>
            <a:off x="10464800" y="6350000"/>
            <a:ext cx="13208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/>
            <a:r>
              <a:rPr lang="en-US" sz="800"/>
              <a:t>blockArc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Lines, arrows and connectors</a:t>
            </a:r>
            <a:endParaRPr lang="en-US"/>
          </a:p>
        </p:txBody>
      </p:sp>
      <p:cxnSp>
        <p:nvCxnSpPr>
          <p:cNvPr id="3" name="Connector 3"/>
          <p:cNvCxnSpPr/>
          <p:nvPr/>
        </p:nvCxnSpPr>
        <p:spPr>
          <a:xfrm>
            <a:off x="508000" y="1219200"/>
            <a:ext cx="3048000" cy="0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"/>
          <p:cNvCxnSpPr/>
          <p:nvPr/>
        </p:nvCxnSpPr>
        <p:spPr>
          <a:xfrm>
            <a:off x="4064000" y="1219200"/>
            <a:ext cx="30480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 w="sm" len="sm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"/>
          <p:cNvSpPr txBox="1"/>
          <p:nvPr/>
        </p:nvSpPr>
        <p:spPr>
          <a:xfrm>
            <a:off x="7493000" y="11303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triangle, 0.75 pt</a:t>
            </a:r>
            <a:endParaRPr lang="en-US"/>
          </a:p>
        </p:txBody>
      </p:sp>
      <p:cxnSp>
        <p:nvCxnSpPr>
          <p:cNvPr id="6" name="Connector 6"/>
          <p:cNvCxnSpPr/>
          <p:nvPr/>
        </p:nvCxnSpPr>
        <p:spPr>
          <a:xfrm>
            <a:off x="508000" y="1651000"/>
            <a:ext cx="3048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7"/>
          <p:cNvCxnSpPr/>
          <p:nvPr/>
        </p:nvCxnSpPr>
        <p:spPr>
          <a:xfrm>
            <a:off x="4064000" y="1651000"/>
            <a:ext cx="30480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stealth" w="sm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8"/>
          <p:cNvSpPr txBox="1"/>
          <p:nvPr/>
        </p:nvSpPr>
        <p:spPr>
          <a:xfrm>
            <a:off x="7493000" y="15621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stealth, 1.50 pt</a:t>
            </a:r>
            <a:endParaRPr lang="en-US"/>
          </a:p>
        </p:txBody>
      </p:sp>
      <p:cxnSp>
        <p:nvCxnSpPr>
          <p:cNvPr id="9" name="Connector 9"/>
          <p:cNvCxnSpPr/>
          <p:nvPr/>
        </p:nvCxnSpPr>
        <p:spPr>
          <a:xfrm>
            <a:off x="508000" y="2082800"/>
            <a:ext cx="30480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/>
          <p:cNvCxnSpPr/>
          <p:nvPr/>
        </p:nvCxnSpPr>
        <p:spPr>
          <a:xfrm>
            <a:off x="4064000" y="2082800"/>
            <a:ext cx="30480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arrow" w="sm" len="sm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1"/>
          <p:cNvSpPr txBox="1"/>
          <p:nvPr/>
        </p:nvSpPr>
        <p:spPr>
          <a:xfrm>
            <a:off x="7493000" y="19939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arrow, 3.00 pt</a:t>
            </a:r>
            <a:endParaRPr lang="en-US"/>
          </a:p>
        </p:txBody>
      </p:sp>
      <p:cxnSp>
        <p:nvCxnSpPr>
          <p:cNvPr id="12" name="Connector 12"/>
          <p:cNvCxnSpPr/>
          <p:nvPr/>
        </p:nvCxnSpPr>
        <p:spPr>
          <a:xfrm>
            <a:off x="508000" y="2514600"/>
            <a:ext cx="304800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3"/>
          <p:cNvCxnSpPr/>
          <p:nvPr/>
        </p:nvCxnSpPr>
        <p:spPr>
          <a:xfrm>
            <a:off x="4064000" y="2514600"/>
            <a:ext cx="30480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diamond" w="sm" len="sm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4"/>
          <p:cNvSpPr txBox="1"/>
          <p:nvPr/>
        </p:nvSpPr>
        <p:spPr>
          <a:xfrm>
            <a:off x="7493000" y="24257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diamond, 4.50 pt</a:t>
            </a:r>
            <a:endParaRPr lang="en-US"/>
          </a:p>
        </p:txBody>
      </p:sp>
      <p:cxnSp>
        <p:nvCxnSpPr>
          <p:cNvPr id="15" name="Connector 15"/>
          <p:cNvCxnSpPr/>
          <p:nvPr/>
        </p:nvCxnSpPr>
        <p:spPr>
          <a:xfrm>
            <a:off x="508000" y="2946400"/>
            <a:ext cx="30480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6"/>
          <p:cNvCxnSpPr/>
          <p:nvPr/>
        </p:nvCxnSpPr>
        <p:spPr>
          <a:xfrm>
            <a:off x="4064000" y="2946400"/>
            <a:ext cx="30480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7"/>
          <p:cNvSpPr txBox="1"/>
          <p:nvPr/>
        </p:nvSpPr>
        <p:spPr>
          <a:xfrm>
            <a:off x="7493000" y="28575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oval, 2.25 pt</a:t>
            </a:r>
            <a:endParaRPr lang="en-US"/>
          </a:p>
        </p:txBody>
      </p:sp>
      <p:cxnSp>
        <p:nvCxnSpPr>
          <p:cNvPr id="18" name="Connector 18"/>
          <p:cNvCxnSpPr/>
          <p:nvPr/>
        </p:nvCxnSpPr>
        <p:spPr>
          <a:xfrm>
            <a:off x="508000" y="3683000"/>
            <a:ext cx="3048000" cy="0"/>
          </a:xfrm>
          <a:prstGeom prst="straightConnector1">
            <a:avLst/>
          </a:prstGeom>
          <a:ln w="28575" cap="flat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9"/>
          <p:cNvSpPr txBox="1"/>
          <p:nvPr/>
        </p:nvSpPr>
        <p:spPr>
          <a:xfrm>
            <a:off x="3683000" y="35941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dash</a:t>
            </a:r>
            <a:endParaRPr lang="en-US"/>
          </a:p>
        </p:txBody>
      </p:sp>
      <p:cxnSp>
        <p:nvCxnSpPr>
          <p:cNvPr id="20" name="Connector 20"/>
          <p:cNvCxnSpPr/>
          <p:nvPr/>
        </p:nvCxnSpPr>
        <p:spPr>
          <a:xfrm>
            <a:off x="508000" y="4013200"/>
            <a:ext cx="3048000" cy="0"/>
          </a:xfrm>
          <a:prstGeom prst="straightConnector1">
            <a:avLst/>
          </a:prstGeom>
          <a:ln w="28575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1"/>
          <p:cNvSpPr txBox="1"/>
          <p:nvPr/>
        </p:nvSpPr>
        <p:spPr>
          <a:xfrm>
            <a:off x="3683000" y="39243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sysDot</a:t>
            </a:r>
            <a:endParaRPr lang="en-US"/>
          </a:p>
        </p:txBody>
      </p:sp>
      <p:cxnSp>
        <p:nvCxnSpPr>
          <p:cNvPr id="22" name="Connector 22"/>
          <p:cNvCxnSpPr/>
          <p:nvPr/>
        </p:nvCxnSpPr>
        <p:spPr>
          <a:xfrm>
            <a:off x="508000" y="4343400"/>
            <a:ext cx="3048000" cy="0"/>
          </a:xfrm>
          <a:prstGeom prst="straightConnector1">
            <a:avLst/>
          </a:prstGeom>
          <a:ln w="28575" cap="flat">
            <a:solidFill>
              <a:schemeClr val="accent3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3"/>
          <p:cNvSpPr txBox="1"/>
          <p:nvPr/>
        </p:nvSpPr>
        <p:spPr>
          <a:xfrm>
            <a:off x="3683000" y="42545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lgDashDot</a:t>
            </a:r>
            <a:endParaRPr lang="en-US"/>
          </a:p>
        </p:txBody>
      </p:sp>
      <p:cxnSp>
        <p:nvCxnSpPr>
          <p:cNvPr id="24" name="Connector 24"/>
          <p:cNvCxnSpPr/>
          <p:nvPr/>
        </p:nvCxnSpPr>
        <p:spPr>
          <a:xfrm>
            <a:off x="508000" y="4673600"/>
            <a:ext cx="3048000" cy="0"/>
          </a:xfrm>
          <a:prstGeom prst="straightConnector1">
            <a:avLst/>
          </a:prstGeom>
          <a:ln w="28575" cap="rnd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5"/>
          <p:cNvSpPr txBox="1"/>
          <p:nvPr/>
        </p:nvSpPr>
        <p:spPr>
          <a:xfrm>
            <a:off x="3683000" y="45847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sysDash</a:t>
            </a:r>
            <a:endParaRPr lang="en-US"/>
          </a:p>
        </p:txBody>
      </p:sp>
      <p:cxnSp>
        <p:nvCxnSpPr>
          <p:cNvPr id="26" name="Connector 26"/>
          <p:cNvCxnSpPr/>
          <p:nvPr/>
        </p:nvCxnSpPr>
        <p:spPr>
          <a:xfrm>
            <a:off x="508000" y="5003800"/>
            <a:ext cx="3048000" cy="0"/>
          </a:xfrm>
          <a:prstGeom prst="straightConnector1">
            <a:avLst/>
          </a:prstGeom>
          <a:ln w="28575" cap="flat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27"/>
          <p:cNvSpPr txBox="1"/>
          <p:nvPr/>
        </p:nvSpPr>
        <p:spPr>
          <a:xfrm>
            <a:off x="3683000" y="4914900"/>
            <a:ext cx="1524000" cy="177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/>
              <a:t>dashDot</a:t>
            </a:r>
            <a:endParaRPr lang="en-US"/>
          </a:p>
        </p:txBody>
      </p:sp>
      <p:cxnSp>
        <p:nvCxnSpPr>
          <p:cNvPr id="28" name="Connector 28"/>
          <p:cNvCxnSpPr/>
          <p:nvPr/>
        </p:nvCxnSpPr>
        <p:spPr>
          <a:xfrm>
            <a:off x="5461000" y="3556000"/>
            <a:ext cx="635000" cy="76200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9"/>
          <p:cNvCxnSpPr/>
          <p:nvPr/>
        </p:nvCxnSpPr>
        <p:spPr>
          <a:xfrm flipH="1">
            <a:off x="6223000" y="3556000"/>
            <a:ext cx="635000" cy="76200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30"/>
          <p:cNvCxnSpPr/>
          <p:nvPr/>
        </p:nvCxnSpPr>
        <p:spPr>
          <a:xfrm flipV="1">
            <a:off x="6985000" y="3556000"/>
            <a:ext cx="635000" cy="76200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1"/>
          <p:cNvCxnSpPr/>
          <p:nvPr/>
        </p:nvCxnSpPr>
        <p:spPr>
          <a:xfrm flipH="1" flipV="1">
            <a:off x="7747000" y="3556000"/>
            <a:ext cx="635000" cy="76200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2"/>
          <p:cNvCxnSpPr/>
          <p:nvPr/>
        </p:nvCxnSpPr>
        <p:spPr>
          <a:xfrm>
            <a:off x="8890000" y="1270000"/>
            <a:ext cx="2540000" cy="1143000"/>
          </a:xfrm>
          <a:prstGeom prst="bentConnector3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3"/>
          <p:cNvCxnSpPr/>
          <p:nvPr/>
        </p:nvCxnSpPr>
        <p:spPr>
          <a:xfrm flipV="1">
            <a:off x="8890000" y="2794000"/>
            <a:ext cx="2540000" cy="1143000"/>
          </a:xfrm>
          <a:prstGeom prst="bentConnector3">
            <a:avLst>
              <a:gd name="adj1" fmla="val 25000"/>
            </a:avLst>
          </a:prstGeom>
          <a:ln w="25400">
            <a:solidFill>
              <a:schemeClr val="accent6"/>
            </a:solidFill>
            <a:headEnd type="oval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4"/>
          <p:cNvCxnSpPr/>
          <p:nvPr/>
        </p:nvCxnSpPr>
        <p:spPr>
          <a:xfrm>
            <a:off x="8890000" y="4318000"/>
            <a:ext cx="2540000" cy="1270000"/>
          </a:xfrm>
          <a:prstGeom prst="curvedConnector3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5"/>
          <p:cNvCxnSpPr/>
          <p:nvPr/>
        </p:nvCxnSpPr>
        <p:spPr>
          <a:xfrm>
            <a:off x="5461000" y="4826000"/>
            <a:ext cx="2540000" cy="1016000"/>
          </a:xfrm>
          <a:prstGeom prst="bentConnector2">
            <a:avLst/>
          </a:prstGeom>
          <a:ln w="38100" cap="rnd">
            <a:solidFill>
              <a:schemeClr val="accent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Fills, rotation and groups</a:t>
            </a:r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508000" y="1143000"/>
            <a:ext cx="1905000" cy="1143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="ctr"/>
          <a:lstStyle/>
          <a:p>
            <a:pPr algn="ctr"/>
            <a:r>
              <a:rPr lang="en-US"/>
              <a:t>Linear 0°</a:t>
            </a:r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2667000" y="1143000"/>
            <a:ext cx="1905000" cy="1143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50000">
                <a:schemeClr val="accent3"/>
              </a:gs>
              <a:gs pos="100000">
                <a:schemeClr val="dk2"/>
              </a:gs>
            </a:gsLst>
            <a:lin ang="2700000" scaled="0"/>
          </a:gradFill>
          <a:ln>
            <a:noFill/>
          </a:ln>
        </p:spPr>
        <p:txBody>
          <a:bodyPr anchor="ctr"/>
          <a:lstStyle/>
          <a:p>
            <a:pPr algn="ctr"/>
            <a:r>
              <a:rPr lang="en-US"/>
              <a:t>Linear 45°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826000" y="1143000"/>
            <a:ext cx="1905000" cy="1143000"/>
          </a:xfrm>
          <a:prstGeom prst="ellipse">
            <a:avLst/>
          </a:prstGeom>
          <a:gradFill rotWithShape="1">
            <a:gsLst>
              <a:gs pos="0">
                <a:srgbClr val="FFF2CC"/>
              </a:gs>
              <a:gs pos="100000">
                <a:schemeClr val="accent6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anchor="ctr"/>
          <a:lstStyle/>
          <a:p>
            <a:pPr algn="ctr"/>
            <a:r>
              <a:rPr lang="en-US">
                <a:solidFill>
                  <a:schemeClr val="dk1"/>
                </a:solidFill>
              </a:rPr>
              <a:t>Radial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6985000" y="1143000"/>
            <a:ext cx="1905000" cy="1143000"/>
          </a:xfrm>
          <a:prstGeom prst="rect">
            <a:avLst/>
          </a:prstGeom>
          <a:pattFill prst="pct50">
            <a:fgClr>
              <a:schemeClr val="accent5"/>
            </a:fgClr>
            <a:bgClr>
              <a:srgbClr val="FFFFFF"/>
            </a:bgClr>
          </a:pattFill>
          <a:ln w="12700">
            <a:solidFill>
              <a:schemeClr val="accent5"/>
            </a:solidFill>
          </a:ln>
        </p:spPr>
      </p:sp>
      <p:sp>
        <p:nvSpPr>
          <p:cNvPr id="7" name="Shape 7"/>
          <p:cNvSpPr/>
          <p:nvPr/>
        </p:nvSpPr>
        <p:spPr>
          <a:xfrm>
            <a:off x="9144000" y="1143000"/>
            <a:ext cx="1905000" cy="1143000"/>
          </a:xfrm>
          <a:prstGeom prst="hexagon">
            <a:avLst/>
          </a:prstGeom>
          <a:blipFill>
            <a:blip r:embed="rId2"/>
            <a:tile tx="0" ty="0" sx="100000" sy="100000" flip="none" algn="tl"/>
          </a:blipFill>
          <a:ln w="19050">
            <a:solidFill>
              <a:schemeClr val="accent2"/>
            </a:solidFill>
          </a:ln>
        </p:spPr>
      </p:sp>
      <p:sp>
        <p:nvSpPr>
          <p:cNvPr id="8" name="Shape 8"/>
          <p:cNvSpPr/>
          <p:nvPr/>
        </p:nvSpPr>
        <p:spPr>
          <a:xfrm>
            <a:off x="508000" y="2540000"/>
            <a:ext cx="1905000" cy="1143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2667000" y="2540000"/>
            <a:ext cx="1905000" cy="1143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38100">
            <a:solidFill>
              <a:schemeClr val="accent2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/>
              <a:t>45 % opaque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 rot="1800000">
            <a:off x="5080000" y="2667000"/>
            <a:ext cx="1651000" cy="8890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/>
              <a:t>Rotated 30°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 flipH="1">
            <a:off x="7112000" y="2667000"/>
            <a:ext cx="1651000" cy="889000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/>
              <a:t>flipH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 flipV="1">
            <a:off x="9144000" y="2667000"/>
            <a:ext cx="1651000" cy="889000"/>
          </a:xfrm>
          <a:prstGeom prst="chevr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/>
              <a:t>flipV</a:t>
            </a:r>
            <a:endParaRPr lang="en-US"/>
          </a:p>
        </p:txBody>
      </p:sp>
      <p:grpSp>
        <p:nvGrpSpPr>
          <p:cNvPr id="16" name="Group"/>
          <p:cNvGrpSpPr/>
          <p:nvPr/>
        </p:nvGrpSpPr>
        <p:grpSpPr>
          <a:xfrm rot="-480000">
            <a:off x="762000" y="4064000"/>
            <a:ext cx="3302000" cy="1016000"/>
            <a:chOff x="0" y="0"/>
            <a:chExt cx="6604000" cy="2032000"/>
          </a:xfrm>
        </p:grpSpPr>
        <p:sp>
          <p:nvSpPr>
            <p:cNvPr id="17" name="Shape 17"/>
            <p:cNvSpPr/>
            <p:nvPr/>
          </p:nvSpPr>
          <p:spPr>
            <a:xfrm>
              <a:off x="0" y="254000"/>
              <a:ext cx="1778000" cy="15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/>
                <a:t>Group</a:t>
              </a:r>
              <a:endParaRPr lang="en-US"/>
            </a:p>
          </p:txBody>
        </p:sp>
        <p:sp>
          <p:nvSpPr>
            <p:cNvPr id="18" name="Shape 18"/>
            <p:cNvSpPr/>
            <p:nvPr/>
          </p:nvSpPr>
          <p:spPr>
            <a:xfrm>
              <a:off x="2032000" y="254000"/>
              <a:ext cx="1778000" cy="1524000"/>
            </a:xfrm>
            <a:prstGeom prst="diamon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/>
                <a:t>scaled</a:t>
              </a:r>
              <a:endParaRPr lang="en-US"/>
            </a:p>
          </p:txBody>
        </p:sp>
        <p:grpSp>
          <p:nvGrpSpPr>
            <p:cNvPr id="13" name="Inner group"/>
            <p:cNvGrpSpPr/>
            <p:nvPr/>
          </p:nvGrpSpPr>
          <p:grpSpPr>
            <a:xfrm>
              <a:off x="4064000" y="0"/>
              <a:ext cx="2540000" cy="2032000"/>
              <a:chOff x="0" y="0"/>
              <a:chExt cx="1270000" cy="1016000"/>
            </a:xfrm>
          </p:grpSpPr>
          <p:sp>
            <p:nvSpPr>
              <p:cNvPr id="14" name="Shape 14"/>
              <p:cNvSpPr/>
              <p:nvPr/>
            </p:nvSpPr>
            <p:spPr>
              <a:xfrm>
                <a:off x="0" y="0"/>
                <a:ext cx="571500" cy="444500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/>
                  <a:t>a</a:t>
                </a:r>
                <a:endParaRPr lang="en-US"/>
              </a:p>
            </p:txBody>
          </p:sp>
          <p:sp>
            <p:nvSpPr>
              <p:cNvPr id="15" name="Shape 15"/>
              <p:cNvSpPr/>
              <p:nvPr/>
            </p:nvSpPr>
            <p:spPr>
              <a:xfrm>
                <a:off x="635000" y="508000"/>
                <a:ext cx="635000" cy="508000"/>
              </a:xfrm>
              <a:prstGeom prst="star5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/>
                  <a:t>b</a:t>
                </a:r>
                <a:endParaRPr lang="en-US"/>
              </a:p>
            </p:txBody>
          </p:sp>
        </p:grpSp>
      </p:grpSp>
      <p:sp>
        <p:nvSpPr>
          <p:cNvPr id="19" name="Shape 19"/>
          <p:cNvSpPr/>
          <p:nvPr/>
        </p:nvSpPr>
        <p:spPr>
          <a:xfrm>
            <a:off x="5334000" y="419100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200" h="100">
                <a:moveTo>
                  <a:pt x="0" y="100"/>
                </a:moveTo>
                <a:lnTo>
                  <a:pt x="40" y="20"/>
                </a:lnTo>
                <a:cubicBezTo>
                  <a:pt x="70" y="-20"/>
                  <a:pt x="100" y="60"/>
                  <a:pt x="130" y="20"/>
                </a:cubicBezTo>
                <a:quadBezTo>
                  <a:pt x="160" y="-10"/>
                  <a:pt x="180" y="40"/>
                </a:quadBezTo>
                <a:arcTo wR="20" hR="30" stAng="16200000" swAng="10800000"/>
                <a:lnTo>
                  <a:pt x="200" y="100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b"/>
          <a:lstStyle/>
          <a:p>
            <a:pPr algn="ctr"/>
            <a:r>
              <a:rPr lang="en-US"/>
              <a:t>Freeform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890000" y="4191000"/>
            <a:ext cx="2540000" cy="1524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lumMod/lumOff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Hidden slide</a:t>
            </a:r>
            <a:endParaRPr lang="en-US"/>
          </a:p>
        </p:txBody>
      </p:sp>
      <p:sp>
        <p:nvSpPr>
          <p:cNvPr id="3" name="Text box 3"/>
          <p:cNvSpPr txBox="1"/>
          <p:nvPr/>
        </p:nvSpPr>
        <p:spPr>
          <a:xfrm>
            <a:off x="762000" y="1524000"/>
            <a:ext cx="7620000" cy="381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800"/>
              <a:t>This slide is hidden in the slide show.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1B1E23"/>
      </a:dk1>
      <a:lt1>
        <a:srgbClr val="FFFFFF"/>
      </a:lt1>
      <a:dk2>
        <a:srgbClr val="2D3A4A"/>
      </a:dk2>
      <a:lt2>
        <a:srgbClr val="EEF1F4"/>
      </a:lt2>
      <a:accent1>
        <a:srgbClr val="2F6DB5"/>
      </a:accent1>
      <a:accent2>
        <a:srgbClr val="E2783A"/>
      </a:accent2>
      <a:accent3>
        <a:srgbClr val="3E9C5C"/>
      </a:accent3>
      <a:accent4>
        <a:srgbClr val="D9A82B"/>
      </a:accent4>
      <a:accent5>
        <a:srgbClr val="8A5BB8"/>
      </a:accent5>
      <a:accent6>
        <a:srgbClr val="C94F64"/>
      </a:accent6>
      <a:hlink>
        <a:srgbClr val="1F64C8"/>
      </a:hlink>
      <a:folHlink>
        <a:srgbClr val="7B5AA6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90000"/>
              </a:schemeClr>
            </a:gs>
          </a:gsLst>
          <a:lin ang="5400000" scaled="0"/>
        </a:gra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85000"/>
              </a:schemeClr>
            </a:gs>
          </a:gsLst>
          <a:lin ang="5400000" scaled="0"/>
        </a:gradFill>
      </a:bgFillStyleLst>
    </a:fmtScheme>
  </a:themeElements>
</a:theme>
</file>