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  <p:sldId id="257" r:id="rId11"/>
    <p:sldId id="258" r:id="rId12"/>
  </p:sldIdLst>
  <p:sldSz cx="12192000" cy="6858000"/>
  <p:notesSz cx="6858000" cy="9144000"/>
  <p:defaultTextStyle>
    <a:lvl1pPr>
      <a:defRPr sz="1800">
        <a:solidFill>
          <a:schemeClr val="tx1"/>
        </a:solidFill>
        <a:latin typeface="+mn-lt"/>
      </a:defRPr>
    </a:lvl1pPr>
  </p:defaultTextStyle>
</p:presentation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Text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ccent bar"/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7600" cy="635000"/>
          </a:xfrm>
        </p:spPr>
        <p:txBody>
          <a:bodyPr/>
          <a:lstStyle/>
          <a:p>
            <a:r>
              <a:rPr lang="en-US"/>
              <a:t>Title</a:t>
            </a:r>
            <a:endParaRPr lang="en-US"/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457200" y="1016000"/>
            <a:ext cx="11277600" cy="5207000"/>
          </a:xfrm>
        </p:spPr>
        <p:txBody>
          <a:bodyPr/>
          <a:lstStyle/>
          <a:p>
            <a:r>
              <a:rPr lang="en-US"/>
              <a:t>Text</a:t>
            </a:r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>
          <a:xfrm>
            <a:off x="10972800" y="6477000"/>
            <a:ext cx="762000" cy="254000"/>
          </a:xfrm>
        </p:spPr>
        <p:txBody>
          <a:bodyPr/>
          <a:lstStyle/>
          <a:p>
            <a:r>
              <a:rPr lang="en-US"/>
              <a:t>‹#›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buNone/>
        <a:defRPr sz="36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400">
          <a:solidFill>
            <a:schemeClr val="tx1"/>
          </a:solidFill>
          <a:latin typeface="+mn-lt"/>
        </a:defRPr>
      </a:lvl1pPr>
      <a:lvl2pPr marL="571500" indent="-228600" algn="l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</a:defRPr>
      </a:lvl2pPr>
      <a:lvl3pPr marL="914400" indent="-228600" algn="l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</a:defRPr>
      </a:lvl3pPr>
      <a:lvl4pPr marL="1257300" indent="-228600" algn="l">
        <a:lnSpc>
          <a:spcPct val="90000"/>
        </a:lnSpc>
        <a:spcBef>
          <a:spcPts val="500"/>
        </a:spcBef>
        <a:buFont typeface="Arial"/>
        <a:buChar char="•"/>
        <a:defRPr sz="1600">
          <a:solidFill>
            <a:schemeClr val="tx1"/>
          </a:solidFill>
          <a:latin typeface="+mn-lt"/>
        </a:defRPr>
      </a:lvl4pPr>
      <a:lvl5pPr marL="1600200" indent="-228600" algn="l">
        <a:lnSpc>
          <a:spcPct val="90000"/>
        </a:lnSpc>
        <a:spcBef>
          <a:spcPts val="500"/>
        </a:spcBef>
        <a:buFont typeface="Arial"/>
        <a:buChar char="•"/>
        <a:defRPr sz="1600">
          <a:solidFill>
            <a:schemeClr val="tx1"/>
          </a:solidFill>
          <a:latin typeface="+mn-lt"/>
        </a:defRPr>
      </a:lvl5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icture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 2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" name="Text box 3"/>
          <p:cNvSpPr txBox="1"/>
          <p:nvPr/>
        </p:nvSpPr>
        <p:spPr>
          <a:xfrm>
            <a:off x="914400" y="2133600"/>
            <a:ext cx="10363200" cy="11430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5400" b="1"/>
              <a:t>ooxml-pages</a:t>
            </a:r>
            <a:endParaRPr lang="en-US"/>
          </a:p>
        </p:txBody>
      </p:sp>
      <p:sp>
        <p:nvSpPr>
          <p:cNvPr id="4" name="Text box 4"/>
          <p:cNvSpPr txBox="1"/>
          <p:nvPr/>
        </p:nvSpPr>
        <p:spPr>
          <a:xfrm>
            <a:off x="914400" y="3352800"/>
            <a:ext cx="10363200" cy="685800"/>
          </a:xfrm>
          <a:prstGeom prst="rect">
            <a:avLst/>
          </a:prstGeom>
        </p:spPr>
        <p:txBody>
          <a:bodyPr wrap="square" lIns="0" tIns="0" rIns="0" bIns="0"/>
          <a:lstStyle/>
          <a:p>
            <a:r>
              <a:rPr lang="en-US" sz="2400">
                <a:solidFill>
                  <a:srgbClr val="525B66"/>
                </a:solidFill>
              </a:rPr>
              <a:t>Sample presentation, written by scripts/generate-pptx-samples.mjs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slide: shapes and picture</a:t>
            </a:r>
            <a:endParaRPr lang="en-US"/>
          </a:p>
        </p:txBody>
      </p:sp>
      <p:sp>
        <p:nvSpPr>
          <p:cNvPr id="3" name="Shape 3"/>
          <p:cNvSpPr/>
          <p:nvPr/>
        </p:nvSpPr>
        <p:spPr>
          <a:xfrm>
            <a:off x="609600" y="1676400"/>
            <a:ext cx="3200400" cy="16002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2000">
                <a:solidFill>
                  <a:schemeClr val="dk1"/>
                </a:solidFill>
              </a:rPr>
              <a:t>Orange area</a:t>
            </a:r>
            <a:endParaRPr lang="en-US"/>
          </a:p>
        </p:txBody>
      </p:sp>
      <p:sp>
        <p:nvSpPr>
          <p:cNvPr id="4" name="Shape 4"/>
          <p:cNvSpPr/>
          <p:nvPr/>
        </p:nvSpPr>
        <p:spPr>
          <a:xfrm>
            <a:off x="609600" y="3505200"/>
            <a:ext cx="3200400" cy="1600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1676400"/>
            <a:ext cx="6705600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Third slide: placeholders and a group</a:t>
            </a:r>
            <a:endParaRPr lang="en-US"/>
          </a:p>
        </p:txBody>
      </p:sp>
      <p:sp>
        <p:nvSpPr>
          <p:cNvPr id="2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Position, font and bullets come from the master</a:t>
            </a:r>
            <a:endParaRPr lang="en-US"/>
          </a:p>
          <a:p>
            <a:r>
              <a:rPr lang="en-US"/>
              <a:t>The layout only names the placeholder</a:t>
            </a:r>
            <a:endParaRPr lang="en-US"/>
          </a:p>
          <a:p>
            <a:r>
              <a:rPr lang="en-US"/>
              <a:t>Below on the right: two shapes in a group</a:t>
            </a:r>
            <a:endParaRPr lang="en-US"/>
          </a:p>
        </p:txBody>
      </p:sp>
      <p:grpSp>
        <p:nvGrpSpPr>
          <p:cNvPr id="3" name="Group"/>
          <p:cNvGrpSpPr/>
          <p:nvPr/>
        </p:nvGrpSpPr>
        <p:grpSpPr>
          <a:xfrm>
            <a:off x="7315200" y="3810000"/>
            <a:ext cx="3657600" cy="1828800"/>
            <a:chOff x="0" y="0"/>
            <a:chExt cx="1828800" cy="914400"/>
          </a:xfrm>
        </p:grpSpPr>
        <p:sp>
          <p:nvSpPr>
            <p:cNvPr id="4" name="Shape 4"/>
            <p:cNvSpPr/>
            <p:nvPr/>
          </p:nvSpPr>
          <p:spPr>
            <a:xfrm>
              <a:off x="0" y="0"/>
              <a:ext cx="876300" cy="9144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</p:sp>
        <p:sp>
          <p:nvSpPr>
            <p:cNvPr id="5" name="Shape 5"/>
            <p:cNvSpPr/>
            <p:nvPr/>
          </p:nvSpPr>
          <p:spPr>
            <a:xfrm>
              <a:off x="952500" y="0"/>
              <a:ext cx="876300" cy="914400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ample">
  <a:themeElements>
    <a:clrScheme name="Sample">
      <a:dk1>
        <a:srgbClr val="1B1E23"/>
      </a:dk1>
      <a:lt1>
        <a:srgbClr val="FFFFFF"/>
      </a:lt1>
      <a:dk2>
        <a:srgbClr val="2D3A4A"/>
      </a:dk2>
      <a:lt2>
        <a:srgbClr val="EEF1F4"/>
      </a:lt2>
      <a:accent1>
        <a:srgbClr val="2F6DB5"/>
      </a:accent1>
      <a:accent2>
        <a:srgbClr val="E2783A"/>
      </a:accent2>
      <a:accent3>
        <a:srgbClr val="3E9C5C"/>
      </a:accent3>
      <a:accent4>
        <a:srgbClr val="D9A82B"/>
      </a:accent4>
      <a:accent5>
        <a:srgbClr val="8A5BB8"/>
      </a:accent5>
      <a:accent6>
        <a:srgbClr val="C94F64"/>
      </a:accent6>
      <a:hlink>
        <a:srgbClr val="1F64C8"/>
      </a:hlink>
      <a:folHlink>
        <a:srgbClr val="7B5AA6"/>
      </a:folHlink>
    </a:clrScheme>
    <a:fontScheme name="Sampl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ample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</a:schemeClr>
            </a:gs>
            <a:gs pos="100000">
              <a:schemeClr val="phClr">
                <a:shade val="90000"/>
              </a:schemeClr>
            </a:gs>
          </a:gsLst>
          <a:lin ang="5400000" scaled="0"/>
        </a:gra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85000"/>
              </a:schemeClr>
            </a:gs>
          </a:gsLst>
          <a:lin ang="5400000" scaled="0"/>
        </a:gradFill>
      </a:bgFillStyleLst>
    </a:fmtScheme>
  </a:themeElements>
</a:theme>
</file>